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3" autoAdjust="0"/>
    <p:restoredTop sz="94660"/>
  </p:normalViewPr>
  <p:slideViewPr>
    <p:cSldViewPr snapToGrid="0">
      <p:cViewPr varScale="1">
        <p:scale>
          <a:sx n="49" d="100"/>
          <a:sy n="49" d="100"/>
        </p:scale>
        <p:origin x="4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EE2C69D7-BA8C-4FFA-94D7-28F708969180}" type="datetimeFigureOut">
              <a:rPr lang="en-IN" smtClean="0"/>
              <a:t>16-03-2026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2182E6-28FA-416D-BFE1-89B396EB425D}" type="slidenum">
              <a:rPr lang="en-IN" smtClean="0"/>
              <a:t>‹#›</a:t>
            </a:fld>
            <a:endParaRPr lang="en-IN"/>
          </a:p>
        </p:txBody>
      </p:sp>
    </p:spTree>
    <p:extLst>
      <p:ext uri="{BB962C8B-B14F-4D97-AF65-F5344CB8AC3E}">
        <p14:creationId xmlns:p14="http://schemas.microsoft.com/office/powerpoint/2010/main" val="3432551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E2C69D7-BA8C-4FFA-94D7-28F708969180}" type="datetimeFigureOut">
              <a:rPr lang="en-IN" smtClean="0"/>
              <a:t>16-03-2026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2182E6-28FA-416D-BFE1-89B396EB425D}" type="slidenum">
              <a:rPr lang="en-IN" smtClean="0"/>
              <a:t>‹#›</a:t>
            </a:fld>
            <a:endParaRPr lang="en-IN"/>
          </a:p>
        </p:txBody>
      </p:sp>
    </p:spTree>
    <p:extLst>
      <p:ext uri="{BB962C8B-B14F-4D97-AF65-F5344CB8AC3E}">
        <p14:creationId xmlns:p14="http://schemas.microsoft.com/office/powerpoint/2010/main" val="1164392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E2C69D7-BA8C-4FFA-94D7-28F708969180}" type="datetimeFigureOut">
              <a:rPr lang="en-IN" smtClean="0"/>
              <a:t>16-03-2026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2182E6-28FA-416D-BFE1-89B396EB425D}" type="slidenum">
              <a:rPr lang="en-IN" smtClean="0"/>
              <a:t>‹#›</a:t>
            </a:fld>
            <a:endParaRPr lang="en-IN"/>
          </a:p>
        </p:txBody>
      </p:sp>
    </p:spTree>
    <p:extLst>
      <p:ext uri="{BB962C8B-B14F-4D97-AF65-F5344CB8AC3E}">
        <p14:creationId xmlns:p14="http://schemas.microsoft.com/office/powerpoint/2010/main" val="33512886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EE2C69D7-BA8C-4FFA-94D7-28F708969180}" type="datetimeFigureOut">
              <a:rPr lang="en-IN" smtClean="0"/>
              <a:t>16-03-2026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D2182E6-28FA-416D-BFE1-89B396EB425D}" type="slidenum">
              <a:rPr lang="en-IN" smtClean="0"/>
              <a:t>‹#›</a:t>
            </a:fld>
            <a:endParaRPr lang="en-IN"/>
          </a:p>
        </p:txBody>
      </p:sp>
    </p:spTree>
    <p:extLst>
      <p:ext uri="{BB962C8B-B14F-4D97-AF65-F5344CB8AC3E}">
        <p14:creationId xmlns:p14="http://schemas.microsoft.com/office/powerpoint/2010/main" val="2413753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EE2C69D7-BA8C-4FFA-94D7-28F708969180}" type="datetimeFigureOut">
              <a:rPr lang="en-IN" smtClean="0"/>
              <a:t>16-03-2026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D2182E6-28FA-416D-BFE1-89B396EB425D}" type="slidenum">
              <a:rPr lang="en-IN" smtClean="0"/>
              <a:t>‹#›</a:t>
            </a:fld>
            <a:endParaRPr lang="en-IN"/>
          </a:p>
        </p:txBody>
      </p:sp>
    </p:spTree>
    <p:extLst>
      <p:ext uri="{BB962C8B-B14F-4D97-AF65-F5344CB8AC3E}">
        <p14:creationId xmlns:p14="http://schemas.microsoft.com/office/powerpoint/2010/main" val="35266829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EE2C69D7-BA8C-4FFA-94D7-28F708969180}" type="datetimeFigureOut">
              <a:rPr lang="en-IN" smtClean="0"/>
              <a:t>16-03-2026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D2182E6-28FA-416D-BFE1-89B396EB425D}" type="slidenum">
              <a:rPr lang="en-IN" smtClean="0"/>
              <a:t>‹#›</a:t>
            </a:fld>
            <a:endParaRPr lang="en-IN"/>
          </a:p>
        </p:txBody>
      </p:sp>
    </p:spTree>
    <p:extLst>
      <p:ext uri="{BB962C8B-B14F-4D97-AF65-F5344CB8AC3E}">
        <p14:creationId xmlns:p14="http://schemas.microsoft.com/office/powerpoint/2010/main" val="30058968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2C69D7-BA8C-4FFA-94D7-28F708969180}" type="datetimeFigureOut">
              <a:rPr lang="en-IN" smtClean="0"/>
              <a:t>16-03-2026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D2182E6-28FA-416D-BFE1-89B396EB425D}" type="slidenum">
              <a:rPr lang="en-IN" smtClean="0"/>
              <a:t>‹#›</a:t>
            </a:fld>
            <a:endParaRPr lang="en-IN"/>
          </a:p>
        </p:txBody>
      </p:sp>
    </p:spTree>
    <p:extLst>
      <p:ext uri="{BB962C8B-B14F-4D97-AF65-F5344CB8AC3E}">
        <p14:creationId xmlns:p14="http://schemas.microsoft.com/office/powerpoint/2010/main" val="3228506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E2C69D7-BA8C-4FFA-94D7-28F708969180}" type="datetimeFigureOut">
              <a:rPr lang="en-IN" smtClean="0"/>
              <a:t>16-03-2026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D2182E6-28FA-416D-BFE1-89B396EB425D}" type="slidenum">
              <a:rPr lang="en-IN" smtClean="0"/>
              <a:t>‹#›</a:t>
            </a:fld>
            <a:endParaRPr lang="en-IN"/>
          </a:p>
        </p:txBody>
      </p:sp>
    </p:spTree>
    <p:extLst>
      <p:ext uri="{BB962C8B-B14F-4D97-AF65-F5344CB8AC3E}">
        <p14:creationId xmlns:p14="http://schemas.microsoft.com/office/powerpoint/2010/main" val="3365353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E2C69D7-BA8C-4FFA-94D7-28F708969180}" type="datetimeFigureOut">
              <a:rPr lang="en-IN" smtClean="0"/>
              <a:t>16-03-2026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D2182E6-28FA-416D-BFE1-89B396EB425D}" type="slidenum">
              <a:rPr lang="en-IN" smtClean="0"/>
              <a:t>‹#›</a:t>
            </a:fld>
            <a:endParaRPr lang="en-IN"/>
          </a:p>
        </p:txBody>
      </p:sp>
    </p:spTree>
    <p:extLst>
      <p:ext uri="{BB962C8B-B14F-4D97-AF65-F5344CB8AC3E}">
        <p14:creationId xmlns:p14="http://schemas.microsoft.com/office/powerpoint/2010/main" val="2178857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E2C69D7-BA8C-4FFA-94D7-28F708969180}" type="datetimeFigureOut">
              <a:rPr lang="en-IN" smtClean="0"/>
              <a:t>16-03-2026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2182E6-28FA-416D-BFE1-89B396EB425D}" type="slidenum">
              <a:rPr lang="en-IN" smtClean="0"/>
              <a:t>‹#›</a:t>
            </a:fld>
            <a:endParaRPr lang="en-IN"/>
          </a:p>
        </p:txBody>
      </p:sp>
    </p:spTree>
    <p:extLst>
      <p:ext uri="{BB962C8B-B14F-4D97-AF65-F5344CB8AC3E}">
        <p14:creationId xmlns:p14="http://schemas.microsoft.com/office/powerpoint/2010/main" val="3144230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E2C69D7-BA8C-4FFA-94D7-28F708969180}" type="datetimeFigureOut">
              <a:rPr lang="en-IN" smtClean="0"/>
              <a:t>16-03-2026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2182E6-28FA-416D-BFE1-89B396EB425D}" type="slidenum">
              <a:rPr lang="en-IN" smtClean="0"/>
              <a:t>‹#›</a:t>
            </a:fld>
            <a:endParaRPr lang="en-IN"/>
          </a:p>
        </p:txBody>
      </p:sp>
    </p:spTree>
    <p:extLst>
      <p:ext uri="{BB962C8B-B14F-4D97-AF65-F5344CB8AC3E}">
        <p14:creationId xmlns:p14="http://schemas.microsoft.com/office/powerpoint/2010/main" val="4084572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2C69D7-BA8C-4FFA-94D7-28F708969180}" type="datetimeFigureOut">
              <a:rPr lang="en-IN" smtClean="0"/>
              <a:t>16-03-2026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2182E6-28FA-416D-BFE1-89B396EB425D}" type="slidenum">
              <a:rPr lang="en-IN" smtClean="0"/>
              <a:t>‹#›</a:t>
            </a:fld>
            <a:endParaRPr lang="en-IN"/>
          </a:p>
        </p:txBody>
      </p:sp>
    </p:spTree>
    <p:extLst>
      <p:ext uri="{BB962C8B-B14F-4D97-AF65-F5344CB8AC3E}">
        <p14:creationId xmlns:p14="http://schemas.microsoft.com/office/powerpoint/2010/main" val="1794498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geeksforgeeks.org/javascript/how-to-use-the-javascript-fetch-api-to-get-data/" TargetMode="External"/><Relationship Id="rId2" Type="http://schemas.openxmlformats.org/officeDocument/2006/relationships/hyperlink" Target="https://www.geeksforgeeks.org/javascript/javascript-tutorial/" TargetMode="External"/><Relationship Id="rId1" Type="http://schemas.openxmlformats.org/officeDocument/2006/relationships/slideLayout" Target="../slideLayouts/slideLayout2.xml"/><Relationship Id="rId4" Type="http://schemas.openxmlformats.org/officeDocument/2006/relationships/hyperlink" Target="https://www.geeksforgeeks.org/javascript/how-to-make-get-call-to-an-api-using-axios-in-javascript/" TargetMode="External"/></Relationships>
</file>

<file path=ppt/slides/_rels/slide7.xml.rels><?xml version="1.0" encoding="UTF-8" standalone="yes"?>
<Relationships xmlns="http://schemas.openxmlformats.org/package/2006/relationships"><Relationship Id="rId2" Type="http://schemas.openxmlformats.org/officeDocument/2006/relationships/hyperlink" Target="https://www.geeksforgeeks.org/javascript/async-await-function-in-javascript/"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16181363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pPr fontAlgn="base"/>
            <a:r>
              <a:rPr lang="en-GB" dirty="0"/>
              <a:t>The Fetch API is a modern interface in JavaScript that allows you to make HTTP requests. It replaces the older </a:t>
            </a:r>
            <a:r>
              <a:rPr lang="en-GB" dirty="0" err="1"/>
              <a:t>XMLHttpRequest</a:t>
            </a:r>
            <a:r>
              <a:rPr lang="en-GB" dirty="0"/>
              <a:t> method and provides a cleaner and more flexible way to fetch resources asynchronously. The Fetch API uses Promises, making it easier to work with asynchronous data</a:t>
            </a:r>
            <a:r>
              <a:rPr lang="en-GB" dirty="0" smtClean="0"/>
              <a:t>.</a:t>
            </a:r>
          </a:p>
          <a:p>
            <a:pPr fontAlgn="base"/>
            <a:endParaRPr lang="en-GB" dirty="0"/>
          </a:p>
          <a:p>
            <a:pPr marL="0" indent="0" fontAlgn="base">
              <a:buNone/>
            </a:pPr>
            <a:r>
              <a:rPr lang="en-GB" b="1" dirty="0"/>
              <a:t>Syntax</a:t>
            </a:r>
            <a:endParaRPr lang="en-GB" dirty="0"/>
          </a:p>
          <a:p>
            <a:pPr fontAlgn="base"/>
            <a:r>
              <a:rPr lang="en-GB" dirty="0"/>
              <a:t>fetch(</a:t>
            </a:r>
            <a:r>
              <a:rPr lang="en-GB" dirty="0" err="1"/>
              <a:t>url</a:t>
            </a:r>
            <a:r>
              <a:rPr lang="en-GB" dirty="0"/>
              <a:t>, options)</a:t>
            </a:r>
            <a:br>
              <a:rPr lang="en-GB" dirty="0"/>
            </a:br>
            <a:r>
              <a:rPr lang="en-GB" dirty="0"/>
              <a:t>.then(response =&gt; </a:t>
            </a:r>
            <a:r>
              <a:rPr lang="en-GB" dirty="0" err="1"/>
              <a:t>response.json</a:t>
            </a:r>
            <a:r>
              <a:rPr lang="en-GB" dirty="0"/>
              <a:t>())</a:t>
            </a:r>
            <a:br>
              <a:rPr lang="en-GB" dirty="0"/>
            </a:br>
            <a:r>
              <a:rPr lang="en-GB" dirty="0"/>
              <a:t>.then(data =&gt; console.log(data))</a:t>
            </a:r>
            <a:br>
              <a:rPr lang="en-GB" dirty="0"/>
            </a:br>
            <a:r>
              <a:rPr lang="en-GB" dirty="0"/>
              <a:t>.catch(error =&gt; </a:t>
            </a:r>
            <a:r>
              <a:rPr lang="en-GB" dirty="0" err="1"/>
              <a:t>console.error</a:t>
            </a:r>
            <a:r>
              <a:rPr lang="en-GB" dirty="0"/>
              <a:t>('Error:', error</a:t>
            </a:r>
            <a:r>
              <a:rPr lang="en-GB" dirty="0" smtClean="0"/>
              <a:t>));</a:t>
            </a:r>
          </a:p>
          <a:p>
            <a:pPr fontAlgn="base"/>
            <a:endParaRPr lang="en-GB" b="1" dirty="0"/>
          </a:p>
          <a:p>
            <a:pPr fontAlgn="base"/>
            <a:r>
              <a:rPr lang="en-GB" b="1" dirty="0" smtClean="0"/>
              <a:t>url</a:t>
            </a:r>
            <a:r>
              <a:rPr lang="en-GB" b="1" dirty="0"/>
              <a:t>: </a:t>
            </a:r>
            <a:r>
              <a:rPr lang="en-GB" dirty="0"/>
              <a:t>The API endpoint from which data is fetched.</a:t>
            </a:r>
          </a:p>
          <a:p>
            <a:pPr fontAlgn="base"/>
            <a:r>
              <a:rPr lang="en-GB" b="1" dirty="0"/>
              <a:t>options (optional): </a:t>
            </a:r>
            <a:r>
              <a:rPr lang="en-GB" dirty="0"/>
              <a:t>Specifies method, headers, body, etc.</a:t>
            </a:r>
          </a:p>
          <a:p>
            <a:pPr fontAlgn="base"/>
            <a:r>
              <a:rPr lang="en-GB" b="1" dirty="0" err="1"/>
              <a:t>response.json</a:t>
            </a:r>
            <a:r>
              <a:rPr lang="en-GB" b="1" dirty="0"/>
              <a:t>():</a:t>
            </a:r>
            <a:r>
              <a:rPr lang="en-GB" dirty="0"/>
              <a:t> Parses the response as JSON.</a:t>
            </a:r>
          </a:p>
          <a:p>
            <a:pPr fontAlgn="base"/>
            <a:r>
              <a:rPr lang="en-GB" b="1" dirty="0"/>
              <a:t>.catch(error): </a:t>
            </a:r>
            <a:r>
              <a:rPr lang="en-GB" dirty="0"/>
              <a:t>Handles any errors that occur during the request</a:t>
            </a:r>
            <a:r>
              <a:rPr lang="en-GB" dirty="0" smtClean="0"/>
              <a:t>.</a:t>
            </a:r>
          </a:p>
          <a:p>
            <a:endParaRPr lang="en-IN" dirty="0"/>
          </a:p>
        </p:txBody>
      </p:sp>
    </p:spTree>
    <p:extLst>
      <p:ext uri="{BB962C8B-B14F-4D97-AF65-F5344CB8AC3E}">
        <p14:creationId xmlns:p14="http://schemas.microsoft.com/office/powerpoint/2010/main" val="4051043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fontAlgn="base"/>
            <a:endParaRPr lang="en-GB" dirty="0"/>
          </a:p>
          <a:p>
            <a:pPr fontAlgn="base"/>
            <a:r>
              <a:rPr lang="en-GB" b="1" dirty="0"/>
              <a:t>How Fetch API Works?</a:t>
            </a:r>
          </a:p>
          <a:p>
            <a:pPr fontAlgn="base"/>
            <a:r>
              <a:rPr lang="en-GB" dirty="0"/>
              <a:t>A request is sent to the specified URL.</a:t>
            </a:r>
          </a:p>
          <a:p>
            <a:pPr fontAlgn="base"/>
            <a:r>
              <a:rPr lang="en-GB" dirty="0"/>
              <a:t>The server processes the request and sends a response.</a:t>
            </a:r>
          </a:p>
          <a:p>
            <a:pPr fontAlgn="base"/>
            <a:r>
              <a:rPr lang="en-GB" dirty="0"/>
              <a:t>The response is converted to JSON (or another format) using .</a:t>
            </a:r>
            <a:r>
              <a:rPr lang="en-GB" dirty="0" err="1"/>
              <a:t>json</a:t>
            </a:r>
            <a:r>
              <a:rPr lang="en-GB" dirty="0"/>
              <a:t>().</a:t>
            </a:r>
          </a:p>
          <a:p>
            <a:pPr fontAlgn="base"/>
            <a:r>
              <a:rPr lang="en-GB" dirty="0"/>
              <a:t>Errors are handled using .catch() or try-catch blocks.</a:t>
            </a:r>
          </a:p>
          <a:p>
            <a:endParaRPr lang="en-IN" dirty="0"/>
          </a:p>
        </p:txBody>
      </p:sp>
    </p:spTree>
    <p:extLst>
      <p:ext uri="{BB962C8B-B14F-4D97-AF65-F5344CB8AC3E}">
        <p14:creationId xmlns:p14="http://schemas.microsoft.com/office/powerpoint/2010/main" val="460583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fetch('https://fakestoreapi.com/products/1')</a:t>
            </a:r>
          </a:p>
          <a:p>
            <a:pPr marL="0" indent="0">
              <a:buNone/>
            </a:pPr>
            <a:r>
              <a:rPr lang="en-IN" dirty="0"/>
              <a:t>    .then(response =&gt; </a:t>
            </a:r>
            <a:r>
              <a:rPr lang="en-IN" dirty="0" err="1"/>
              <a:t>response.json</a:t>
            </a:r>
            <a:r>
              <a:rPr lang="en-IN" dirty="0"/>
              <a:t>())</a:t>
            </a:r>
          </a:p>
          <a:p>
            <a:pPr marL="0" indent="0">
              <a:buNone/>
            </a:pPr>
            <a:r>
              <a:rPr lang="en-IN" dirty="0"/>
              <a:t>    .then(data =&gt; console.log(data))</a:t>
            </a:r>
          </a:p>
          <a:p>
            <a:pPr marL="0" indent="0">
              <a:buNone/>
            </a:pPr>
            <a:r>
              <a:rPr lang="en-IN" dirty="0"/>
              <a:t>    .catch(error =&gt; </a:t>
            </a:r>
            <a:r>
              <a:rPr lang="en-IN" dirty="0" err="1"/>
              <a:t>console.error</a:t>
            </a:r>
            <a:r>
              <a:rPr lang="en-IN" dirty="0"/>
              <a:t>('Error:', error));</a:t>
            </a:r>
          </a:p>
        </p:txBody>
      </p:sp>
    </p:spTree>
    <p:extLst>
      <p:ext uri="{BB962C8B-B14F-4D97-AF65-F5344CB8AC3E}">
        <p14:creationId xmlns:p14="http://schemas.microsoft.com/office/powerpoint/2010/main" val="1450004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err="1"/>
              <a:t>const</a:t>
            </a:r>
            <a:r>
              <a:rPr lang="en-IN" dirty="0"/>
              <a:t> data = { name: '</a:t>
            </a:r>
            <a:r>
              <a:rPr lang="en-IN" dirty="0" err="1"/>
              <a:t>Pranjal</a:t>
            </a:r>
            <a:r>
              <a:rPr lang="en-IN" dirty="0"/>
              <a:t>', age: 25 };</a:t>
            </a:r>
          </a:p>
          <a:p>
            <a:r>
              <a:rPr lang="en-IN" dirty="0"/>
              <a:t>fetch('https://fakestoreapi.com/products', {</a:t>
            </a:r>
          </a:p>
          <a:p>
            <a:r>
              <a:rPr lang="en-IN" dirty="0"/>
              <a:t>    method: 'POST',</a:t>
            </a:r>
          </a:p>
          <a:p>
            <a:r>
              <a:rPr lang="en-IN" dirty="0"/>
              <a:t>    headers: { 'Content-Type': 'application/</a:t>
            </a:r>
            <a:r>
              <a:rPr lang="en-IN" dirty="0" err="1"/>
              <a:t>json</a:t>
            </a:r>
            <a:r>
              <a:rPr lang="en-IN" dirty="0"/>
              <a:t>' },</a:t>
            </a:r>
          </a:p>
          <a:p>
            <a:r>
              <a:rPr lang="en-IN" dirty="0"/>
              <a:t>    body: </a:t>
            </a:r>
            <a:r>
              <a:rPr lang="en-IN" dirty="0" err="1"/>
              <a:t>JSON.stringify</a:t>
            </a:r>
            <a:r>
              <a:rPr lang="en-IN" dirty="0"/>
              <a:t>(data)</a:t>
            </a:r>
          </a:p>
          <a:p>
            <a:r>
              <a:rPr lang="en-IN" dirty="0"/>
              <a:t>})</a:t>
            </a:r>
          </a:p>
          <a:p>
            <a:r>
              <a:rPr lang="en-IN" dirty="0"/>
              <a:t>    .then(response =&gt; </a:t>
            </a:r>
            <a:r>
              <a:rPr lang="en-IN" dirty="0" err="1"/>
              <a:t>response.json</a:t>
            </a:r>
            <a:r>
              <a:rPr lang="en-IN" dirty="0"/>
              <a:t>())</a:t>
            </a:r>
          </a:p>
          <a:p>
            <a:r>
              <a:rPr lang="en-IN" dirty="0"/>
              <a:t>    .then(result =&gt; console.log(result));</a:t>
            </a:r>
          </a:p>
        </p:txBody>
      </p:sp>
    </p:spTree>
    <p:extLst>
      <p:ext uri="{BB962C8B-B14F-4D97-AF65-F5344CB8AC3E}">
        <p14:creationId xmlns:p14="http://schemas.microsoft.com/office/powerpoint/2010/main" val="180768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fontAlgn="base"/>
            <a:r>
              <a:rPr lang="en-IN" dirty="0" err="1"/>
              <a:t>Axios</a:t>
            </a:r>
            <a:r>
              <a:rPr lang="en-IN" dirty="0"/>
              <a:t> is a popular open-source JavaScript library used to make HTTP requests from web browsers or Node.js environments. It simplifies the process of sending asynchronous HTTP requests to REST endpoints, handling responses, and performing various network-related tasks.</a:t>
            </a:r>
          </a:p>
          <a:p>
            <a:pPr fontAlgn="base"/>
            <a:r>
              <a:rPr lang="en-IN" dirty="0"/>
              <a:t>Built on top of </a:t>
            </a:r>
            <a:r>
              <a:rPr lang="en-IN" u="sng" dirty="0">
                <a:hlinkClick r:id="rId2"/>
              </a:rPr>
              <a:t>JavaScript’s</a:t>
            </a:r>
            <a:r>
              <a:rPr lang="en-IN" dirty="0"/>
              <a:t> native </a:t>
            </a:r>
            <a:r>
              <a:rPr lang="en-IN" dirty="0" err="1"/>
              <a:t>XMLHttpRequest</a:t>
            </a:r>
            <a:r>
              <a:rPr lang="en-IN" dirty="0"/>
              <a:t> and the </a:t>
            </a:r>
            <a:r>
              <a:rPr lang="en-IN" u="sng" dirty="0">
                <a:hlinkClick r:id="rId3"/>
              </a:rPr>
              <a:t>fetch API,</a:t>
            </a:r>
            <a:r>
              <a:rPr lang="en-IN" dirty="0"/>
              <a:t> </a:t>
            </a:r>
            <a:r>
              <a:rPr lang="en-IN" u="sng" dirty="0" err="1">
                <a:hlinkClick r:id="rId4"/>
              </a:rPr>
              <a:t>Axios</a:t>
            </a:r>
            <a:r>
              <a:rPr lang="en-IN" dirty="0"/>
              <a:t> offers a more user-friendly API with features like interceptors, automatic JSON data transformation, error handling, and support for older browsers.</a:t>
            </a:r>
          </a:p>
          <a:p>
            <a:endParaRPr lang="en-IN" dirty="0"/>
          </a:p>
        </p:txBody>
      </p:sp>
    </p:spTree>
    <p:extLst>
      <p:ext uri="{BB962C8B-B14F-4D97-AF65-F5344CB8AC3E}">
        <p14:creationId xmlns:p14="http://schemas.microsoft.com/office/powerpoint/2010/main" val="4148636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pPr fontAlgn="base"/>
            <a:r>
              <a:rPr lang="en-GB" b="1" dirty="0"/>
              <a:t/>
            </a:r>
            <a:br>
              <a:rPr lang="en-GB" b="1" dirty="0"/>
            </a:br>
            <a:r>
              <a:rPr lang="en-GB" b="1" dirty="0"/>
              <a:t>Promise-Based: </a:t>
            </a:r>
            <a:r>
              <a:rPr lang="en-GB" dirty="0" err="1"/>
              <a:t>Axios</a:t>
            </a:r>
            <a:r>
              <a:rPr lang="en-GB" dirty="0"/>
              <a:t> uses Promises, making it easier to handle asynchronous requests with modern JavaScript features like </a:t>
            </a:r>
            <a:r>
              <a:rPr lang="en-GB" u="sng" dirty="0" err="1">
                <a:hlinkClick r:id="rId2"/>
              </a:rPr>
              <a:t>async</a:t>
            </a:r>
            <a:r>
              <a:rPr lang="en-GB" u="sng" dirty="0">
                <a:hlinkClick r:id="rId2"/>
              </a:rPr>
              <a:t>/await</a:t>
            </a:r>
            <a:r>
              <a:rPr lang="en-GB" dirty="0" smtClean="0"/>
              <a:t>.</a:t>
            </a:r>
          </a:p>
          <a:p>
            <a:pPr fontAlgn="base"/>
            <a:endParaRPr lang="en-GB" dirty="0"/>
          </a:p>
          <a:p>
            <a:pPr fontAlgn="base"/>
            <a:r>
              <a:rPr lang="en-GB" b="1" dirty="0"/>
              <a:t>Interceptors:</a:t>
            </a:r>
            <a:r>
              <a:rPr lang="en-GB" dirty="0"/>
              <a:t> Allows you to intercept and modify requests or responses before they are handled by .then() or .catch</a:t>
            </a:r>
            <a:r>
              <a:rPr lang="en-GB" dirty="0" smtClean="0"/>
              <a:t>().</a:t>
            </a:r>
          </a:p>
          <a:p>
            <a:pPr fontAlgn="base"/>
            <a:endParaRPr lang="en-GB" dirty="0"/>
          </a:p>
          <a:p>
            <a:pPr fontAlgn="base"/>
            <a:r>
              <a:rPr lang="en-GB" b="1" dirty="0"/>
              <a:t>Automatic JSON Data Transformation: </a:t>
            </a:r>
            <a:r>
              <a:rPr lang="en-GB" dirty="0"/>
              <a:t>Automatically transforms JSON data to JavaScript objects, making data manipulation simpler</a:t>
            </a:r>
            <a:r>
              <a:rPr lang="en-GB" dirty="0" smtClean="0"/>
              <a:t>.</a:t>
            </a:r>
            <a:endParaRPr lang="en-GB" dirty="0"/>
          </a:p>
        </p:txBody>
      </p:sp>
    </p:spTree>
    <p:extLst>
      <p:ext uri="{BB962C8B-B14F-4D97-AF65-F5344CB8AC3E}">
        <p14:creationId xmlns:p14="http://schemas.microsoft.com/office/powerpoint/2010/main" val="41921114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pPr fontAlgn="base"/>
            <a:r>
              <a:rPr lang="en-GB" b="1" dirty="0"/>
              <a:t>Request and Response Timeout:</a:t>
            </a:r>
            <a:r>
              <a:rPr lang="en-GB" dirty="0"/>
              <a:t> Enables setting timeouts to avoid hanging requests.</a:t>
            </a:r>
          </a:p>
          <a:p>
            <a:pPr fontAlgn="base"/>
            <a:r>
              <a:rPr lang="en-GB" b="1" dirty="0"/>
              <a:t>Cancel Requests: </a:t>
            </a:r>
            <a:r>
              <a:rPr lang="en-GB" dirty="0"/>
              <a:t>Allows cancellation of requests to manage resources effectively.</a:t>
            </a:r>
          </a:p>
          <a:p>
            <a:pPr fontAlgn="base"/>
            <a:r>
              <a:rPr lang="en-GB" b="1" dirty="0"/>
              <a:t>Error Handling: </a:t>
            </a:r>
            <a:r>
              <a:rPr lang="en-GB" dirty="0"/>
              <a:t>Provides a structured way to handle HTTP errors using the catch() method.</a:t>
            </a:r>
          </a:p>
          <a:p>
            <a:pPr fontAlgn="base"/>
            <a:r>
              <a:rPr lang="en-GB" b="1" dirty="0"/>
              <a:t>Supports All HTTP Methods:</a:t>
            </a:r>
            <a:r>
              <a:rPr lang="en-GB" dirty="0"/>
              <a:t> Including GET, POST, PUT, DELETE, PATCH, and more.</a:t>
            </a:r>
          </a:p>
          <a:p>
            <a:pPr fontAlgn="base"/>
            <a:r>
              <a:rPr lang="en-GB" b="1" dirty="0"/>
              <a:t>Cross-Site Request Forgery (CSRF) Protection:</a:t>
            </a:r>
            <a:r>
              <a:rPr lang="en-GB" dirty="0"/>
              <a:t> Easily supports security features like CSRF by managing tokens.</a:t>
            </a:r>
          </a:p>
          <a:p>
            <a:endParaRPr lang="en-IN" dirty="0"/>
          </a:p>
        </p:txBody>
      </p:sp>
    </p:spTree>
    <p:extLst>
      <p:ext uri="{BB962C8B-B14F-4D97-AF65-F5344CB8AC3E}">
        <p14:creationId xmlns:p14="http://schemas.microsoft.com/office/powerpoint/2010/main" val="10727087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235</Words>
  <Application>Microsoft Office PowerPoint</Application>
  <PresentationFormat>Widescreen</PresentationFormat>
  <Paragraphs>39</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1</cp:revision>
  <dcterms:created xsi:type="dcterms:W3CDTF">2026-03-16T07:34:12Z</dcterms:created>
  <dcterms:modified xsi:type="dcterms:W3CDTF">2026-03-16T07:34:30Z</dcterms:modified>
</cp:coreProperties>
</file>